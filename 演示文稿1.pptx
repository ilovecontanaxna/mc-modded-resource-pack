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7EDC"/>
    <a:srgbClr val="D5D1CC"/>
    <a:srgbClr val="0C2160"/>
    <a:srgbClr val="A8C7E9"/>
    <a:srgbClr val="C1CEDB"/>
    <a:srgbClr val="376BA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85864-5B1D-4BF8-BF25-37750F015193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BBBCD-EB6B-4E7C-82D6-7CE647975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32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BBBCD-EB6B-4E7C-82D6-7CE6479750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85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6DC5E-B912-7CB5-7A34-11CB53EA0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A14379-0815-F4E2-0010-E4C7FBF24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FDA18B-E570-F24A-5F02-43ADF5CA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154AD-72B1-35C0-8052-6233A011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90462E-AB7B-1E46-0104-21251A9B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14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7F913-7C92-B33E-905D-3209ECAE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4ACB9-4C29-EE8B-5067-2334F0FB1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B18701-6E1E-5F19-55DC-B92DB786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A60E88-A90B-67D1-343B-86610BBC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DD9C6-98A5-6B8E-0468-B5E8B9E9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9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BDC30-9FC6-915D-0F0F-A1B7E9A4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FBA28-F0F7-8309-8211-0B105CC51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0C553-4515-AD67-B73D-9BA4430C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8F484C-C94C-1FED-F756-4B4ED8BB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A464-4A4E-7FC6-7496-8274E9CF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35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E9C69-A714-7F18-169F-BCCC5993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BEE62-2DB0-9EDC-79D6-13F1DB951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53FF2D-D57F-AE88-E093-078B884BF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5C2274-DDD0-6188-2EDB-FA060FBF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DA5DC5-26D9-D314-64ED-E6E9C8F4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74C202-73CF-3631-A4D8-5EA81540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67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974B1-83D8-8115-C809-54B3E4A0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7B9983-F32E-7341-E8DB-39AF296CE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9CFF5D-88D6-E61A-9D93-F920E95FC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589D97-B350-827D-826C-6FBE22FA8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5721DD-4091-DD48-299D-94D5B9C83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4E8BFF-DF1F-42CB-8437-AADEBBCA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BF5F3A-1E93-A44B-0D8D-79966522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6FD150-7624-07CC-A638-37144B37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70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0E0A7-2564-684F-D256-5FE74FD8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D5709E-3A77-AE05-DCE4-922B0B5D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D1C605-E4F7-C6A3-ADB7-9893DE06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652A8E-4B95-BC67-50A8-B3A2A0F3E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54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C64A75-EAB2-E6A1-97EE-6AF851F8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6DD397-BFA7-7FC4-7882-8AD0E687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57DB88-EEF9-6FF5-B70C-96DF51C6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207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93900-9533-FEBD-9B95-BC1DF2D9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A2181E-C69A-D379-AE6C-8DEF7278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88388A-1D1C-850A-5299-0C1023167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2C6F1E-A39B-D016-9B04-093D8D3B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F4DD80-3594-2734-8486-F2C45BC6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DEB940-0EA8-AFFF-EB3F-AC26863D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5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A0B57-288B-486E-EF11-583670F3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D13734-76FE-CDDF-271E-21DA51E86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316546-B292-D6F3-6FCD-364BEC0BE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634BBE-AA63-1470-F5CA-4DEB9423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53E8D7-94EB-F2A6-784F-8515F05A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2ADD29-44B4-9E97-EFDA-2FC46543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947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BE0A9-7864-A647-F212-D2DFEEFA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1EB918-EC9F-E394-F01C-26157DFAD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09F32-3520-D147-7023-D80557AC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700AF3-72EA-6BF4-5D36-C810D1C3C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BBB7C-6D16-3BE4-D522-AFD5034F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44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8BE9FA-E332-2AFA-406D-7BB6E0A12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FB6EE7-BFF5-07BB-9959-FF875835C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3AADF-5ACE-ED23-513E-260596D5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6343AF-CAAA-A4C8-9071-93745AAB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E5651-35CE-769C-2247-9AE66945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9A9D2E-A7EC-1C70-7DE7-9F19D562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603831-561D-8144-06AC-498FB4461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2988B-FAF3-B204-1159-5F550DBAF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52E-5B39-420E-9239-277DDB87E9D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95CA13-4ECF-5993-D293-942214965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738F20-0B3B-BB37-9B1A-67C165F63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E6D50-A9C4-4BA2-8729-8B0B5D91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64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51F64CB-7441-23DA-FF97-47BE5149F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707" y="3345220"/>
            <a:ext cx="1864584" cy="1675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1F7F0BF-29C6-2EA4-C877-2CE20CB0EE94}"/>
              </a:ext>
            </a:extLst>
          </p:cNvPr>
          <p:cNvSpPr txBox="1"/>
          <p:nvPr/>
        </p:nvSpPr>
        <p:spPr>
          <a:xfrm>
            <a:off x="5732894" y="3512779"/>
            <a:ext cx="72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</a:rPr>
              <a:t>正在关机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494FB6A-7E30-C148-4F4C-C3C081EE238F}"/>
              </a:ext>
            </a:extLst>
          </p:cNvPr>
          <p:cNvCxnSpPr>
            <a:cxnSpLocks/>
          </p:cNvCxnSpPr>
          <p:nvPr/>
        </p:nvCxnSpPr>
        <p:spPr>
          <a:xfrm flipH="1" flipV="1">
            <a:off x="6848186" y="3774442"/>
            <a:ext cx="65377" cy="8976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46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454A829-19FE-3A5A-4F5C-1F593DF8E780}"/>
              </a:ext>
            </a:extLst>
          </p:cNvPr>
          <p:cNvSpPr/>
          <p:nvPr/>
        </p:nvSpPr>
        <p:spPr>
          <a:xfrm>
            <a:off x="4810125" y="1733550"/>
            <a:ext cx="2705100" cy="872125"/>
          </a:xfrm>
          <a:prstGeom prst="rect">
            <a:avLst/>
          </a:prstGeom>
          <a:solidFill>
            <a:srgbClr val="D5D1CC"/>
          </a:solidFill>
          <a:ln>
            <a:solidFill>
              <a:srgbClr val="C1C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DA3D06-3862-D6C6-494F-F5357284EBBC}"/>
              </a:ext>
            </a:extLst>
          </p:cNvPr>
          <p:cNvSpPr/>
          <p:nvPr/>
        </p:nvSpPr>
        <p:spPr>
          <a:xfrm>
            <a:off x="4810125" y="1733550"/>
            <a:ext cx="2705100" cy="85725"/>
          </a:xfrm>
          <a:prstGeom prst="rect">
            <a:avLst/>
          </a:prstGeom>
          <a:gradFill flip="none" rotWithShape="1">
            <a:gsLst>
              <a:gs pos="0">
                <a:srgbClr val="0C2160"/>
              </a:gs>
              <a:gs pos="68000">
                <a:srgbClr val="A8C7E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5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49AE32-237B-9AED-7187-81BD07D10155}"/>
              </a:ext>
            </a:extLst>
          </p:cNvPr>
          <p:cNvSpPr txBox="1"/>
          <p:nvPr/>
        </p:nvSpPr>
        <p:spPr>
          <a:xfrm>
            <a:off x="4802908" y="2421009"/>
            <a:ext cx="102393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/>
              <a:t>Windows </a:t>
            </a:r>
            <a:r>
              <a:rPr lang="zh-CN" altLang="en-US" sz="600" dirty="0"/>
              <a:t>正在关机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07A66F-57E6-AA91-B96C-2E725EB1968D}"/>
              </a:ext>
            </a:extLst>
          </p:cNvPr>
          <p:cNvSpPr/>
          <p:nvPr/>
        </p:nvSpPr>
        <p:spPr>
          <a:xfrm>
            <a:off x="5314877" y="3174125"/>
            <a:ext cx="1486851" cy="566579"/>
          </a:xfrm>
          <a:prstGeom prst="rect">
            <a:avLst/>
          </a:prstGeom>
          <a:solidFill>
            <a:srgbClr val="D5D1CC"/>
          </a:solidFill>
          <a:ln>
            <a:solidFill>
              <a:srgbClr val="C1C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4B53CF-356B-F180-4996-742E97D3A8E2}"/>
              </a:ext>
            </a:extLst>
          </p:cNvPr>
          <p:cNvSpPr/>
          <p:nvPr/>
        </p:nvSpPr>
        <p:spPr>
          <a:xfrm>
            <a:off x="5314878" y="3178889"/>
            <a:ext cx="1486849" cy="66675"/>
          </a:xfrm>
          <a:prstGeom prst="rect">
            <a:avLst/>
          </a:prstGeom>
          <a:gradFill flip="none" rotWithShape="1">
            <a:gsLst>
              <a:gs pos="0">
                <a:srgbClr val="0C2160"/>
              </a:gs>
              <a:gs pos="66000">
                <a:srgbClr val="A8C7E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5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78E7A1C-346A-B512-90EC-A3D2BF533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976" y="3298707"/>
            <a:ext cx="153934" cy="16608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6FF59A6-E4A4-CE34-B3E8-07E6A5E3968D}"/>
              </a:ext>
            </a:extLst>
          </p:cNvPr>
          <p:cNvSpPr txBox="1"/>
          <p:nvPr/>
        </p:nvSpPr>
        <p:spPr>
          <a:xfrm>
            <a:off x="5482958" y="3283665"/>
            <a:ext cx="13391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/>
              <a:t>登录程序错误，请重新启动计算机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4C9C55-A27F-FFF4-4344-51BAC1E88561}"/>
              </a:ext>
            </a:extLst>
          </p:cNvPr>
          <p:cNvSpPr/>
          <p:nvPr/>
        </p:nvSpPr>
        <p:spPr>
          <a:xfrm>
            <a:off x="5860185" y="3571795"/>
            <a:ext cx="383381" cy="135732"/>
          </a:xfrm>
          <a:prstGeom prst="rect">
            <a:avLst/>
          </a:prstGeom>
          <a:solidFill>
            <a:srgbClr val="D5D1CC"/>
          </a:solidFill>
          <a:ln w="381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tx1"/>
                </a:solidFill>
              </a:rPr>
              <a:t>确定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7987CF-E3A1-0FBE-55A0-5BD1AEEA9BC4}"/>
              </a:ext>
            </a:extLst>
          </p:cNvPr>
          <p:cNvSpPr/>
          <p:nvPr/>
        </p:nvSpPr>
        <p:spPr>
          <a:xfrm>
            <a:off x="721878" y="1329014"/>
            <a:ext cx="3253221" cy="1860986"/>
          </a:xfrm>
          <a:prstGeom prst="rect">
            <a:avLst/>
          </a:prstGeom>
          <a:solidFill>
            <a:schemeClr val="tx1"/>
          </a:solidFill>
          <a:ln w="3810">
            <a:solidFill>
              <a:srgbClr val="C1C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CN" altLang="en-US" sz="6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7F6CCA-2DD8-4FD8-2594-06D551CC1CCE}"/>
              </a:ext>
            </a:extLst>
          </p:cNvPr>
          <p:cNvSpPr/>
          <p:nvPr/>
        </p:nvSpPr>
        <p:spPr>
          <a:xfrm>
            <a:off x="721878" y="1329014"/>
            <a:ext cx="3253221" cy="72945"/>
          </a:xfrm>
          <a:prstGeom prst="rect">
            <a:avLst/>
          </a:prstGeom>
          <a:gradFill flip="none" rotWithShape="1">
            <a:gsLst>
              <a:gs pos="0">
                <a:srgbClr val="0C2160"/>
              </a:gs>
              <a:gs pos="68000">
                <a:srgbClr val="A8C7E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/>
              <a:t>Windows </a:t>
            </a:r>
            <a:r>
              <a:rPr lang="zh-CN" altLang="en-US" sz="500" dirty="0"/>
              <a:t>命令提示符</a:t>
            </a:r>
            <a:endParaRPr lang="en-US" altLang="zh-CN" sz="5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4060A00-EB07-498C-7F35-1954E19EA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2" y="1341307"/>
            <a:ext cx="60288" cy="4835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0E8F33F4-E89B-E79C-6803-BDA891F91404}"/>
              </a:ext>
            </a:extLst>
          </p:cNvPr>
          <p:cNvSpPr txBox="1"/>
          <p:nvPr/>
        </p:nvSpPr>
        <p:spPr>
          <a:xfrm>
            <a:off x="676672" y="1389664"/>
            <a:ext cx="3234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bg1"/>
                </a:solidFill>
              </a:rPr>
              <a:t>Microsoft Windows Ze [</a:t>
            </a:r>
            <a:r>
              <a:rPr lang="zh-CN" altLang="en-US" sz="600" dirty="0">
                <a:solidFill>
                  <a:schemeClr val="bg1"/>
                </a:solidFill>
              </a:rPr>
              <a:t>版本 </a:t>
            </a:r>
            <a:r>
              <a:rPr lang="en-US" altLang="zh-CN" sz="600" dirty="0">
                <a:solidFill>
                  <a:schemeClr val="bg1"/>
                </a:solidFill>
              </a:rPr>
              <a:t>10.0.32768.2147483647]</a:t>
            </a:r>
          </a:p>
          <a:p>
            <a:r>
              <a:rPr lang="en-US" altLang="zh-CN" sz="600" dirty="0">
                <a:solidFill>
                  <a:schemeClr val="bg1"/>
                </a:solidFill>
              </a:rPr>
              <a:t>(c) Microsoft Corporation </a:t>
            </a:r>
            <a:r>
              <a:rPr lang="zh-CN" altLang="en-US" sz="600" dirty="0">
                <a:solidFill>
                  <a:schemeClr val="bg1"/>
                </a:solidFill>
              </a:rPr>
              <a:t>深圳市微软科技有限公司。保留所有权利。</a:t>
            </a:r>
          </a:p>
          <a:p>
            <a:endParaRPr lang="zh-CN" altLang="en-US" sz="600" dirty="0">
              <a:solidFill>
                <a:schemeClr val="bg1"/>
              </a:solidFill>
            </a:endParaRPr>
          </a:p>
          <a:p>
            <a:r>
              <a:rPr lang="en-US" altLang="zh-CN" sz="600" dirty="0">
                <a:solidFill>
                  <a:schemeClr val="bg1"/>
                </a:solidFill>
              </a:rPr>
              <a:t>C:\WINNT\SYSTEM32&gt; explorer</a:t>
            </a:r>
          </a:p>
          <a:p>
            <a:r>
              <a:rPr lang="zh-CN" altLang="en-US" sz="600" dirty="0">
                <a:solidFill>
                  <a:schemeClr val="bg1"/>
                </a:solidFill>
              </a:rPr>
              <a:t>请不要在</a:t>
            </a:r>
            <a:r>
              <a:rPr lang="en-US" altLang="zh-CN" sz="600" dirty="0" err="1">
                <a:solidFill>
                  <a:schemeClr val="bg1"/>
                </a:solidFill>
              </a:rPr>
              <a:t>WinLogon</a:t>
            </a:r>
            <a:r>
              <a:rPr lang="zh-CN" altLang="en-US" sz="600" dirty="0">
                <a:solidFill>
                  <a:schemeClr val="bg1"/>
                </a:solidFill>
              </a:rPr>
              <a:t>登录界面上启动桌面</a:t>
            </a:r>
            <a:endParaRPr lang="en-US" altLang="zh-CN" sz="600" dirty="0">
              <a:solidFill>
                <a:schemeClr val="bg1"/>
              </a:solidFill>
            </a:endParaRPr>
          </a:p>
          <a:p>
            <a:r>
              <a:rPr lang="en-US" altLang="zh-CN" sz="600" dirty="0">
                <a:solidFill>
                  <a:schemeClr val="bg1"/>
                </a:solidFill>
              </a:rPr>
              <a:t>C:\WINNT\SYSTEM32&gt; de ..</a:t>
            </a:r>
          </a:p>
          <a:p>
            <a:r>
              <a:rPr lang="en-US" altLang="zh-CN" sz="600" dirty="0">
                <a:solidFill>
                  <a:schemeClr val="bg1"/>
                </a:solidFill>
              </a:rPr>
              <a:t>C:\WINNT&gt;logonui –-yes </a:t>
            </a:r>
            <a:r>
              <a:rPr lang="en-US" altLang="zh-CN" sz="600" dirty="0" err="1">
                <a:solidFill>
                  <a:schemeClr val="bg1"/>
                </a:solidFill>
              </a:rPr>
              <a:t>rdesktop</a:t>
            </a:r>
            <a:endParaRPr lang="en-US" altLang="zh-CN" sz="600" dirty="0">
              <a:solidFill>
                <a:schemeClr val="bg1"/>
              </a:solidFill>
            </a:endParaRPr>
          </a:p>
          <a:p>
            <a:r>
              <a:rPr lang="zh-CN" altLang="en-US" sz="600" dirty="0">
                <a:solidFill>
                  <a:schemeClr val="bg1"/>
                </a:solidFill>
              </a:rPr>
              <a:t>操作成功完成，请重启计算机，在重启计算机之前，请勿登录账户，否则无法登录</a:t>
            </a:r>
            <a:endParaRPr lang="en-US" altLang="zh-CN" sz="600" dirty="0">
              <a:solidFill>
                <a:schemeClr val="bg1"/>
              </a:solidFill>
            </a:endParaRPr>
          </a:p>
          <a:p>
            <a:r>
              <a:rPr lang="en-US" altLang="zh-CN" sz="600" dirty="0">
                <a:solidFill>
                  <a:schemeClr val="bg1"/>
                </a:solidFill>
              </a:rPr>
              <a:t>C:\WINNT&gt;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1991FA5-DFA8-C998-B323-666B318A3C81}"/>
              </a:ext>
            </a:extLst>
          </p:cNvPr>
          <p:cNvCxnSpPr>
            <a:cxnSpLocks/>
          </p:cNvCxnSpPr>
          <p:nvPr/>
        </p:nvCxnSpPr>
        <p:spPr>
          <a:xfrm>
            <a:off x="4810125" y="2413088"/>
            <a:ext cx="27051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图片 36" descr="图片包含 徽标&#10;&#10;AI 生成的内容可能不正确。">
            <a:extLst>
              <a:ext uri="{FF2B5EF4-FFF2-40B4-BE49-F238E27FC236}">
                <a16:creationId xmlns:a16="http://schemas.microsoft.com/office/drawing/2014/main" id="{399F15FA-6904-4E35-B515-EF689CE58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5" y="1834317"/>
            <a:ext cx="2705100" cy="57639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F3A7085C-74B5-1266-0BB9-B50ED7776698}"/>
              </a:ext>
            </a:extLst>
          </p:cNvPr>
          <p:cNvSpPr/>
          <p:nvPr/>
        </p:nvSpPr>
        <p:spPr>
          <a:xfrm>
            <a:off x="6605589" y="1938338"/>
            <a:ext cx="419100" cy="2023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</a:rPr>
              <a:t>Ze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BE2D7CE-E6CB-62CA-C1DC-35FFD7A0A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845" y="1329012"/>
            <a:ext cx="76785" cy="7294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42DBCC5-FBD4-2758-B561-B9318BD81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014" y="1329012"/>
            <a:ext cx="72945" cy="72945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34E6CBB0-B44F-AAA1-A9CC-B7BA5B83A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2688" y="3176804"/>
            <a:ext cx="66675" cy="66675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7199F399-94AA-E96C-3647-38B296AD92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674" y="1329014"/>
            <a:ext cx="72945" cy="72945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9236274C-3506-A2CE-A014-C23AF84390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2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DFA44-3785-1B13-079F-271E96590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195829-7736-FA72-42F9-4F98D7E306CA}"/>
              </a:ext>
            </a:extLst>
          </p:cNvPr>
          <p:cNvSpPr txBox="1"/>
          <p:nvPr/>
        </p:nvSpPr>
        <p:spPr>
          <a:xfrm>
            <a:off x="0" y="0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Goodbye Windows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Microsoft </a:t>
            </a:r>
            <a:r>
              <a:rPr lang="en-US" altLang="zh-CN" dirty="0" err="1">
                <a:solidFill>
                  <a:schemeClr val="bg1"/>
                </a:solidFill>
              </a:rPr>
              <a:t>NtsDOS</a:t>
            </a:r>
            <a:r>
              <a:rPr lang="en-US" altLang="zh-CN" dirty="0">
                <a:solidFill>
                  <a:schemeClr val="bg1"/>
                </a:solidFill>
              </a:rPr>
              <a:t> [</a:t>
            </a:r>
            <a:r>
              <a:rPr lang="zh-CN" altLang="en-US" dirty="0">
                <a:solidFill>
                  <a:schemeClr val="bg1"/>
                </a:solidFill>
              </a:rPr>
              <a:t>版本 </a:t>
            </a:r>
            <a:r>
              <a:rPr lang="en-US" altLang="zh-CN" dirty="0">
                <a:solidFill>
                  <a:schemeClr val="bg1"/>
                </a:solidFill>
              </a:rPr>
              <a:t>10.0.42563.234]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(c) Microsoft Corporation </a:t>
            </a:r>
            <a:r>
              <a:rPr lang="zh-CN" altLang="en-US" dirty="0">
                <a:solidFill>
                  <a:schemeClr val="bg1"/>
                </a:solidFill>
              </a:rPr>
              <a:t>深圳市微软科技有限公司。保留所有权利。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C:\WINDOWS&gt;TTS.exe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TTS.exe</a:t>
            </a:r>
            <a:r>
              <a:rPr lang="zh-CN" altLang="en-US" dirty="0">
                <a:solidFill>
                  <a:schemeClr val="bg1"/>
                </a:solidFill>
              </a:rPr>
              <a:t>不是有效的</a:t>
            </a:r>
            <a:r>
              <a:rPr lang="en-US" altLang="zh-CN" dirty="0">
                <a:solidFill>
                  <a:schemeClr val="bg1"/>
                </a:solidFill>
              </a:rPr>
              <a:t>DOS</a:t>
            </a:r>
            <a:r>
              <a:rPr lang="zh-CN" altLang="en-US" dirty="0">
                <a:solidFill>
                  <a:schemeClr val="bg1"/>
                </a:solidFill>
              </a:rPr>
              <a:t>应用程序                                                                                                                                     </a:t>
            </a:r>
            <a:r>
              <a:rPr lang="en-US" altLang="zh-CN" dirty="0">
                <a:solidFill>
                  <a:srgbClr val="FF0000"/>
                </a:solidFill>
              </a:rPr>
              <a:t>Error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C:\WINDOWS&gt;Shundown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DOS</a:t>
            </a:r>
            <a:r>
              <a:rPr lang="zh-CN" altLang="en-US" dirty="0">
                <a:solidFill>
                  <a:schemeClr val="bg1"/>
                </a:solidFill>
              </a:rPr>
              <a:t>正在关机</a:t>
            </a:r>
            <a:r>
              <a:rPr lang="en-US" altLang="zh-CN" dirty="0">
                <a:solidFill>
                  <a:schemeClr val="bg1"/>
                </a:solidFill>
              </a:rPr>
              <a:t>...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915F99-52D9-36FF-EFC9-B77528296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1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497C98-0D68-B393-5E10-F4B492AEB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07" y="2901099"/>
            <a:ext cx="793384" cy="5886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01A093-2DA1-44D9-1B61-0E21E9583532}"/>
              </a:ext>
            </a:extLst>
          </p:cNvPr>
          <p:cNvSpPr txBox="1"/>
          <p:nvPr/>
        </p:nvSpPr>
        <p:spPr>
          <a:xfrm>
            <a:off x="5542001" y="36625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正在关机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66DD50-88AB-E950-169E-A6F2CBA848A5}"/>
              </a:ext>
            </a:extLst>
          </p:cNvPr>
          <p:cNvSpPr txBox="1"/>
          <p:nvPr/>
        </p:nvSpPr>
        <p:spPr>
          <a:xfrm>
            <a:off x="9795753" y="184825"/>
            <a:ext cx="2247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波小聪 </a:t>
            </a:r>
            <a:r>
              <a:rPr lang="en-US" altLang="zh-CN" sz="2800" dirty="0" err="1">
                <a:solidFill>
                  <a:schemeClr val="bg1"/>
                </a:solidFill>
              </a:rPr>
              <a:t>bilibili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4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B9E94-F393-8D12-D091-9DDB6091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A0C347-6423-6B76-A4FC-0330D41A5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07" y="2901099"/>
            <a:ext cx="793384" cy="5886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A1FA541-73B0-4766-866A-3F01AE2478C5}"/>
              </a:ext>
            </a:extLst>
          </p:cNvPr>
          <p:cNvSpPr txBox="1"/>
          <p:nvPr/>
        </p:nvSpPr>
        <p:spPr>
          <a:xfrm>
            <a:off x="5542001" y="36625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正在关机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49E440-A44D-959F-F38D-28213CC61ACB}"/>
              </a:ext>
            </a:extLst>
          </p:cNvPr>
          <p:cNvSpPr/>
          <p:nvPr/>
        </p:nvSpPr>
        <p:spPr>
          <a:xfrm>
            <a:off x="6432761" y="6448425"/>
            <a:ext cx="4762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图标&#10;&#10;AI 生成的内容可能不正确。">
            <a:extLst>
              <a:ext uri="{FF2B5EF4-FFF2-40B4-BE49-F238E27FC236}">
                <a16:creationId xmlns:a16="http://schemas.microsoft.com/office/drawing/2014/main" id="{06520A26-08D3-9F96-B010-6911F1CD9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597" y="6448425"/>
            <a:ext cx="1123827" cy="22874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224C532-3479-DD84-2687-6526F3D780B8}"/>
              </a:ext>
            </a:extLst>
          </p:cNvPr>
          <p:cNvSpPr/>
          <p:nvPr/>
        </p:nvSpPr>
        <p:spPr>
          <a:xfrm>
            <a:off x="6028153" y="6427355"/>
            <a:ext cx="4762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784789-833B-1D5B-E006-70D62AA0E0C2}"/>
              </a:ext>
            </a:extLst>
          </p:cNvPr>
          <p:cNvSpPr txBox="1"/>
          <p:nvPr/>
        </p:nvSpPr>
        <p:spPr>
          <a:xfrm>
            <a:off x="6096000" y="6378131"/>
            <a:ext cx="149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11XP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专工版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729919-666F-73C9-E2A5-F841338BB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4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330FE1DD-D84B-63DF-9C07-FA8761A44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5A0D4E9-50C6-21D4-A6AE-19727A0C161E}"/>
              </a:ext>
            </a:extLst>
          </p:cNvPr>
          <p:cNvSpPr/>
          <p:nvPr/>
        </p:nvSpPr>
        <p:spPr>
          <a:xfrm>
            <a:off x="6595353" y="2616740"/>
            <a:ext cx="2003898" cy="1352145"/>
          </a:xfrm>
          <a:prstGeom prst="rect">
            <a:avLst/>
          </a:prstGeom>
          <a:solidFill>
            <a:srgbClr val="5A7E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D24D3D-C0E5-4025-4EAE-422092FB3685}"/>
              </a:ext>
            </a:extLst>
          </p:cNvPr>
          <p:cNvSpPr txBox="1"/>
          <p:nvPr/>
        </p:nvSpPr>
        <p:spPr>
          <a:xfrm>
            <a:off x="9339026" y="86226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Windows Sun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F5FB60-90F0-A721-126C-FE027788B918}"/>
              </a:ext>
            </a:extLst>
          </p:cNvPr>
          <p:cNvSpPr txBox="1"/>
          <p:nvPr/>
        </p:nvSpPr>
        <p:spPr>
          <a:xfrm>
            <a:off x="131357" y="86226"/>
            <a:ext cx="2270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</a:rPr>
              <a:t>2025</a:t>
            </a:r>
            <a:r>
              <a:rPr lang="zh-CN" altLang="en-US" sz="1000" dirty="0">
                <a:solidFill>
                  <a:schemeClr val="bg1"/>
                </a:solidFill>
              </a:rPr>
              <a:t>年</a:t>
            </a:r>
            <a:r>
              <a:rPr lang="en-US" altLang="zh-CN" sz="1000" dirty="0">
                <a:solidFill>
                  <a:schemeClr val="bg1"/>
                </a:solidFill>
              </a:rPr>
              <a:t>12</a:t>
            </a:r>
            <a:r>
              <a:rPr lang="zh-CN" altLang="en-US" sz="1000" dirty="0">
                <a:solidFill>
                  <a:schemeClr val="bg1"/>
                </a:solidFill>
              </a:rPr>
              <a:t>月</a:t>
            </a:r>
            <a:r>
              <a:rPr lang="en-US" altLang="zh-CN" sz="1000" dirty="0">
                <a:solidFill>
                  <a:schemeClr val="bg1"/>
                </a:solidFill>
              </a:rPr>
              <a:t>4</a:t>
            </a:r>
            <a:r>
              <a:rPr lang="zh-CN" altLang="en-US" sz="1000" dirty="0">
                <a:solidFill>
                  <a:schemeClr val="bg1"/>
                </a:solidFill>
              </a:rPr>
              <a:t>日星期四 十月十五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2FB017-0819-B4FA-566E-BDE26A46DD84}"/>
              </a:ext>
            </a:extLst>
          </p:cNvPr>
          <p:cNvSpPr txBox="1"/>
          <p:nvPr/>
        </p:nvSpPr>
        <p:spPr>
          <a:xfrm>
            <a:off x="74950" y="196999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08:36:47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84FF98-9FB9-CA9E-D468-A97129C36892}"/>
              </a:ext>
            </a:extLst>
          </p:cNvPr>
          <p:cNvSpPr txBox="1"/>
          <p:nvPr/>
        </p:nvSpPr>
        <p:spPr>
          <a:xfrm>
            <a:off x="4781377" y="3198167"/>
            <a:ext cx="262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Windows</a:t>
            </a:r>
            <a:r>
              <a:rPr lang="zh-CN" altLang="en-US" sz="2400" dirty="0">
                <a:solidFill>
                  <a:schemeClr val="bg1"/>
                </a:solidFill>
              </a:rPr>
              <a:t>正在关机</a:t>
            </a:r>
          </a:p>
        </p:txBody>
      </p:sp>
    </p:spTree>
    <p:extLst>
      <p:ext uri="{BB962C8B-B14F-4D97-AF65-F5344CB8AC3E}">
        <p14:creationId xmlns:p14="http://schemas.microsoft.com/office/powerpoint/2010/main" val="270932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室内, 电脑, 笔记本, 桌子&#10;&#10;AI 生成的内容可能不正确。">
            <a:extLst>
              <a:ext uri="{FF2B5EF4-FFF2-40B4-BE49-F238E27FC236}">
                <a16:creationId xmlns:a16="http://schemas.microsoft.com/office/drawing/2014/main" id="{7D874382-AD3E-42F0-43CA-8BA401375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2" t="17163" b="3045"/>
          <a:stretch>
            <a:fillRect/>
          </a:stretch>
        </p:blipFill>
        <p:spPr>
          <a:xfrm>
            <a:off x="5120505" y="1653092"/>
            <a:ext cx="1636951" cy="14855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C1179F-2F26-4166-4478-D35BBE5A0CBB}"/>
              </a:ext>
            </a:extLst>
          </p:cNvPr>
          <p:cNvSpPr txBox="1"/>
          <p:nvPr/>
        </p:nvSpPr>
        <p:spPr>
          <a:xfrm>
            <a:off x="4487128" y="3049657"/>
            <a:ext cx="29037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1C3C1A-47DD-7ADF-6DBA-3326148E8607}"/>
              </a:ext>
            </a:extLst>
          </p:cNvPr>
          <p:cNvSpPr txBox="1"/>
          <p:nvPr/>
        </p:nvSpPr>
        <p:spPr>
          <a:xfrm>
            <a:off x="6816437" y="3281219"/>
            <a:ext cx="649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Sun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523EC8-A5BD-49AA-123A-37A46DBA1DE8}"/>
              </a:ext>
            </a:extLst>
          </p:cNvPr>
          <p:cNvSpPr txBox="1"/>
          <p:nvPr/>
        </p:nvSpPr>
        <p:spPr>
          <a:xfrm>
            <a:off x="4565058" y="3581400"/>
            <a:ext cx="1051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Beta2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76F32D0-3559-10E8-80DC-2B9ABA5BB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164" y="5065162"/>
            <a:ext cx="1857634" cy="2667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31502D0-708D-5F88-00E0-D47650EBDCE6}"/>
              </a:ext>
            </a:extLst>
          </p:cNvPr>
          <p:cNvSpPr txBox="1"/>
          <p:nvPr/>
        </p:nvSpPr>
        <p:spPr>
          <a:xfrm>
            <a:off x="0" y="6454852"/>
            <a:ext cx="924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Copyright ©1985-2024 Microsoft Corporation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56C7D1-4239-F7EE-73A1-6FAEA82E162D}"/>
              </a:ext>
            </a:extLst>
          </p:cNvPr>
          <p:cNvSpPr txBox="1"/>
          <p:nvPr/>
        </p:nvSpPr>
        <p:spPr>
          <a:xfrm>
            <a:off x="11079195" y="646341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Microsoft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9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2049B-D2C7-96AB-991C-1DD6C2C4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1D4803A-17F3-DD8F-6E2E-97051401717E}"/>
              </a:ext>
            </a:extLst>
          </p:cNvPr>
          <p:cNvSpPr txBox="1"/>
          <p:nvPr/>
        </p:nvSpPr>
        <p:spPr>
          <a:xfrm>
            <a:off x="6816437" y="3281219"/>
            <a:ext cx="649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Sun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8D2F9B-2DF0-A3A0-75B3-190DF83173E8}"/>
              </a:ext>
            </a:extLst>
          </p:cNvPr>
          <p:cNvSpPr txBox="1"/>
          <p:nvPr/>
        </p:nvSpPr>
        <p:spPr>
          <a:xfrm>
            <a:off x="4432857" y="3681329"/>
            <a:ext cx="1051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Beta5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83E82FE-31C5-4FFE-165D-005869292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803" y="5317123"/>
            <a:ext cx="1857634" cy="2667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3B546CA-6786-A082-32F1-5BF950BF3DF9}"/>
              </a:ext>
            </a:extLst>
          </p:cNvPr>
          <p:cNvSpPr txBox="1"/>
          <p:nvPr/>
        </p:nvSpPr>
        <p:spPr>
          <a:xfrm>
            <a:off x="0" y="6454852"/>
            <a:ext cx="924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Copyright ©1985-2025 Microsoft Corporation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66A553-3C1D-7D78-6FBD-644382C70A47}"/>
              </a:ext>
            </a:extLst>
          </p:cNvPr>
          <p:cNvSpPr txBox="1"/>
          <p:nvPr/>
        </p:nvSpPr>
        <p:spPr>
          <a:xfrm>
            <a:off x="11079195" y="646341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Microsoft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 descr="图片包含 图标&#10;&#10;AI 生成的内容可能不正确。">
            <a:extLst>
              <a:ext uri="{FF2B5EF4-FFF2-40B4-BE49-F238E27FC236}">
                <a16:creationId xmlns:a16="http://schemas.microsoft.com/office/drawing/2014/main" id="{8C64DBAC-1B5D-9A13-857F-DB7969EBE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50" y="3186037"/>
            <a:ext cx="2570598" cy="523220"/>
          </a:xfrm>
          <a:prstGeom prst="rect">
            <a:avLst/>
          </a:prstGeom>
        </p:spPr>
      </p:pic>
      <p:pic>
        <p:nvPicPr>
          <p:cNvPr id="10" name="图片 9" descr="图片包含 室内, 电脑, 笔记本, 桌子&#10;&#10;AI 生成的内容可能不正确。">
            <a:extLst>
              <a:ext uri="{FF2B5EF4-FFF2-40B4-BE49-F238E27FC236}">
                <a16:creationId xmlns:a16="http://schemas.microsoft.com/office/drawing/2014/main" id="{9BCE30A4-226E-298E-4F54-89B74E79E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2" t="17163" b="3045"/>
          <a:stretch>
            <a:fillRect/>
          </a:stretch>
        </p:blipFill>
        <p:spPr>
          <a:xfrm>
            <a:off x="5277524" y="1748116"/>
            <a:ext cx="1636951" cy="14855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89E04E-13D9-7115-88B9-0F7D32CAC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2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FB08E-107D-A647-7211-E957E620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BD9416D-FCD7-7392-39A3-57DD98BD41B9}"/>
              </a:ext>
            </a:extLst>
          </p:cNvPr>
          <p:cNvSpPr txBox="1"/>
          <p:nvPr/>
        </p:nvSpPr>
        <p:spPr>
          <a:xfrm>
            <a:off x="4779818" y="6350122"/>
            <a:ext cx="263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©Microsoft Corporation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 descr="图片包含 图标&#10;&#10;AI 生成的内容可能不正确。">
            <a:extLst>
              <a:ext uri="{FF2B5EF4-FFF2-40B4-BE49-F238E27FC236}">
                <a16:creationId xmlns:a16="http://schemas.microsoft.com/office/drawing/2014/main" id="{2224A7B1-77D3-C788-62E3-1A950708B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808" y="4802620"/>
            <a:ext cx="1123827" cy="2287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47F95DD-AA06-5AB9-BDDE-3E20DE380D55}"/>
              </a:ext>
            </a:extLst>
          </p:cNvPr>
          <p:cNvSpPr txBox="1"/>
          <p:nvPr/>
        </p:nvSpPr>
        <p:spPr>
          <a:xfrm>
            <a:off x="4838336" y="4710257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正在启动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D9C030-C770-50A8-A891-3B5C9C9B7324}"/>
              </a:ext>
            </a:extLst>
          </p:cNvPr>
          <p:cNvSpPr/>
          <p:nvPr/>
        </p:nvSpPr>
        <p:spPr>
          <a:xfrm>
            <a:off x="6890364" y="4781550"/>
            <a:ext cx="4762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D4A4A6-6734-AD28-9A52-3BF23A3FB04A}"/>
              </a:ext>
            </a:extLst>
          </p:cNvPr>
          <p:cNvSpPr txBox="1"/>
          <p:nvPr/>
        </p:nvSpPr>
        <p:spPr>
          <a:xfrm>
            <a:off x="6958212" y="47323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E91761B-4997-E2AB-DAD8-962D3ED24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525" y="2862787"/>
            <a:ext cx="1066949" cy="105742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F75728E-5EBF-0DDA-B9A9-1FFECE481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335" y="-674904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6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187</Words>
  <Application>Microsoft Office PowerPoint</Application>
  <PresentationFormat>宽屏</PresentationFormat>
  <Paragraphs>45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McXna</dc:creator>
  <cp:lastModifiedBy>McXna</cp:lastModifiedBy>
  <cp:revision>1</cp:revision>
  <dcterms:created xsi:type="dcterms:W3CDTF">2025-12-04T08:30:04Z</dcterms:created>
  <dcterms:modified xsi:type="dcterms:W3CDTF">2025-12-04T11:36:39Z</dcterms:modified>
</cp:coreProperties>
</file>